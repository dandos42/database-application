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0" r:id="rId7"/>
    <p:sldId id="265" r:id="rId8"/>
    <p:sldId id="266" r:id="rId9"/>
    <p:sldId id="267" r:id="rId10"/>
    <p:sldId id="268" r:id="rId11"/>
    <p:sldId id="269" r:id="rId12"/>
    <p:sldId id="270" r:id="rId13"/>
    <p:sldId id="272" r:id="rId14"/>
    <p:sldId id="271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6" autoAdjust="0"/>
    <p:restoredTop sz="80402" autoAdjust="0"/>
  </p:normalViewPr>
  <p:slideViewPr>
    <p:cSldViewPr snapToGrid="0">
      <p:cViewPr varScale="1">
        <p:scale>
          <a:sx n="69" d="100"/>
          <a:sy n="69" d="100"/>
        </p:scale>
        <p:origin x="10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1812C-A817-48AF-9651-8CC3F7A6C55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EAA429-6606-4809-8B25-491C5542FC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project is about creating a desktop application </a:t>
          </a:r>
          <a:r>
            <a:rPr lang="cs-CZ" dirty="0"/>
            <a:t>in </a:t>
          </a:r>
          <a:r>
            <a:rPr lang="cs-CZ" dirty="0" err="1"/>
            <a:t>java</a:t>
          </a:r>
          <a:r>
            <a:rPr lang="cs-CZ" dirty="0"/>
            <a:t> </a:t>
          </a:r>
          <a:r>
            <a:rPr lang="en-US" dirty="0"/>
            <a:t>that would be connected to our </a:t>
          </a:r>
          <a:r>
            <a:rPr lang="en-US" dirty="0" err="1"/>
            <a:t>PostgresSQL</a:t>
          </a:r>
          <a:r>
            <a:rPr lang="en-US" dirty="0"/>
            <a:t> database</a:t>
          </a:r>
        </a:p>
      </dgm:t>
    </dgm:pt>
    <dgm:pt modelId="{59A54E38-80AC-439D-9471-63A35D728A2A}" type="parTrans" cxnId="{3CA2D93E-90F9-467C-A023-2E2FE7D0BC8E}">
      <dgm:prSet/>
      <dgm:spPr/>
      <dgm:t>
        <a:bodyPr/>
        <a:lstStyle/>
        <a:p>
          <a:endParaRPr lang="en-US"/>
        </a:p>
      </dgm:t>
    </dgm:pt>
    <dgm:pt modelId="{480702D9-C98E-4A11-AABE-8A7539771A51}" type="sibTrans" cxnId="{3CA2D93E-90F9-467C-A023-2E2FE7D0BC8E}">
      <dgm:prSet/>
      <dgm:spPr/>
      <dgm:t>
        <a:bodyPr/>
        <a:lstStyle/>
        <a:p>
          <a:endParaRPr lang="en-US"/>
        </a:p>
      </dgm:t>
    </dgm:pt>
    <dgm:pt modelId="{F2101B61-EB72-4260-92C9-654AF07CB038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The application allows basic data operations like select, update, insert, delete</a:t>
          </a:r>
          <a:endParaRPr lang="en-US"/>
        </a:p>
      </dgm:t>
    </dgm:pt>
    <dgm:pt modelId="{6DD1E1F3-A189-4BDD-A682-FC52323F98E4}" type="parTrans" cxnId="{D2B093F3-37B1-4371-AE10-4B702F955886}">
      <dgm:prSet/>
      <dgm:spPr/>
      <dgm:t>
        <a:bodyPr/>
        <a:lstStyle/>
        <a:p>
          <a:endParaRPr lang="en-US"/>
        </a:p>
      </dgm:t>
    </dgm:pt>
    <dgm:pt modelId="{7A4DEFD6-FF83-4676-A3EE-AF7E41C243D9}" type="sibTrans" cxnId="{D2B093F3-37B1-4371-AE10-4B702F955886}">
      <dgm:prSet/>
      <dgm:spPr/>
      <dgm:t>
        <a:bodyPr/>
        <a:lstStyle/>
        <a:p>
          <a:endParaRPr lang="en-US"/>
        </a:p>
      </dgm:t>
    </dgm:pt>
    <dgm:pt modelId="{17AD2C51-62EC-4ADB-BC98-34D64C4465E5}">
      <dgm:prSet/>
      <dgm:spPr/>
      <dgm:t>
        <a:bodyPr/>
        <a:lstStyle/>
        <a:p>
          <a:pPr>
            <a:lnSpc>
              <a:spcPct val="100000"/>
            </a:lnSpc>
          </a:pPr>
          <a:r>
            <a:rPr lang="cs-CZ"/>
            <a:t>The project also deals with user authentication</a:t>
          </a:r>
          <a:endParaRPr lang="en-US"/>
        </a:p>
      </dgm:t>
    </dgm:pt>
    <dgm:pt modelId="{A64FAA24-2087-46B9-B9BF-23E5941EEDB1}" type="parTrans" cxnId="{FF6AED29-E474-4EE3-9EB5-38D7579313A9}">
      <dgm:prSet/>
      <dgm:spPr/>
      <dgm:t>
        <a:bodyPr/>
        <a:lstStyle/>
        <a:p>
          <a:endParaRPr lang="en-US"/>
        </a:p>
      </dgm:t>
    </dgm:pt>
    <dgm:pt modelId="{6DA465DF-AED3-46B4-A665-038723BEB33F}" type="sibTrans" cxnId="{FF6AED29-E474-4EE3-9EB5-38D7579313A9}">
      <dgm:prSet/>
      <dgm:spPr/>
      <dgm:t>
        <a:bodyPr/>
        <a:lstStyle/>
        <a:p>
          <a:endParaRPr lang="en-US"/>
        </a:p>
      </dgm:t>
    </dgm:pt>
    <dgm:pt modelId="{D4E3F8F4-B58D-4674-8B5B-0DAD963B8B73}" type="pres">
      <dgm:prSet presAssocID="{FD51812C-A817-48AF-9651-8CC3F7A6C55F}" presName="root" presStyleCnt="0">
        <dgm:presLayoutVars>
          <dgm:dir/>
          <dgm:resizeHandles val="exact"/>
        </dgm:presLayoutVars>
      </dgm:prSet>
      <dgm:spPr/>
    </dgm:pt>
    <dgm:pt modelId="{70B68F63-AB3E-40A9-8F0D-362B2583BDE8}" type="pres">
      <dgm:prSet presAssocID="{17EAA429-6606-4809-8B25-491C5542FCE9}" presName="compNode" presStyleCnt="0"/>
      <dgm:spPr/>
    </dgm:pt>
    <dgm:pt modelId="{1423B211-1386-4F87-A77A-B76D36257991}" type="pres">
      <dgm:prSet presAssocID="{17EAA429-6606-4809-8B25-491C5542FCE9}" presName="bgRect" presStyleLbl="bgShp" presStyleIdx="0" presStyleCnt="3"/>
      <dgm:spPr/>
    </dgm:pt>
    <dgm:pt modelId="{CE617BE0-A690-4319-AD10-89B10D7A2F2D}" type="pres">
      <dgm:prSet presAssocID="{17EAA429-6606-4809-8B25-491C5542FC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čítač"/>
        </a:ext>
      </dgm:extLst>
    </dgm:pt>
    <dgm:pt modelId="{AA9EBA0C-3BE5-42A0-B93A-A83F74B5D423}" type="pres">
      <dgm:prSet presAssocID="{17EAA429-6606-4809-8B25-491C5542FCE9}" presName="spaceRect" presStyleCnt="0"/>
      <dgm:spPr/>
    </dgm:pt>
    <dgm:pt modelId="{EE30AEFE-0F2C-4BD8-BA54-7F560AF9D4F2}" type="pres">
      <dgm:prSet presAssocID="{17EAA429-6606-4809-8B25-491C5542FCE9}" presName="parTx" presStyleLbl="revTx" presStyleIdx="0" presStyleCnt="3">
        <dgm:presLayoutVars>
          <dgm:chMax val="0"/>
          <dgm:chPref val="0"/>
        </dgm:presLayoutVars>
      </dgm:prSet>
      <dgm:spPr/>
    </dgm:pt>
    <dgm:pt modelId="{3B779514-20EC-4271-B3E3-06F775A968D1}" type="pres">
      <dgm:prSet presAssocID="{480702D9-C98E-4A11-AABE-8A7539771A51}" presName="sibTrans" presStyleCnt="0"/>
      <dgm:spPr/>
    </dgm:pt>
    <dgm:pt modelId="{A8F6BD2F-7A46-4947-87F8-9124734E4E96}" type="pres">
      <dgm:prSet presAssocID="{F2101B61-EB72-4260-92C9-654AF07CB038}" presName="compNode" presStyleCnt="0"/>
      <dgm:spPr/>
    </dgm:pt>
    <dgm:pt modelId="{7DC49A06-2670-42C4-8455-B4B7C6FAADC3}" type="pres">
      <dgm:prSet presAssocID="{F2101B61-EB72-4260-92C9-654AF07CB038}" presName="bgRect" presStyleLbl="bgShp" presStyleIdx="1" presStyleCnt="3"/>
      <dgm:spPr/>
    </dgm:pt>
    <dgm:pt modelId="{7CECFBC1-C149-4BCE-8EF1-C9ED53B9CCA6}" type="pres">
      <dgm:prSet presAssocID="{F2101B61-EB72-4260-92C9-654AF07CB03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artovačka"/>
        </a:ext>
      </dgm:extLst>
    </dgm:pt>
    <dgm:pt modelId="{CA59105C-383F-43FC-8FB2-21778775B9EB}" type="pres">
      <dgm:prSet presAssocID="{F2101B61-EB72-4260-92C9-654AF07CB038}" presName="spaceRect" presStyleCnt="0"/>
      <dgm:spPr/>
    </dgm:pt>
    <dgm:pt modelId="{56514A83-7323-432A-A109-BCF83C4450F5}" type="pres">
      <dgm:prSet presAssocID="{F2101B61-EB72-4260-92C9-654AF07CB038}" presName="parTx" presStyleLbl="revTx" presStyleIdx="1" presStyleCnt="3">
        <dgm:presLayoutVars>
          <dgm:chMax val="0"/>
          <dgm:chPref val="0"/>
        </dgm:presLayoutVars>
      </dgm:prSet>
      <dgm:spPr/>
    </dgm:pt>
    <dgm:pt modelId="{F82A4529-FD62-4D50-AAB1-986AEA964D11}" type="pres">
      <dgm:prSet presAssocID="{7A4DEFD6-FF83-4676-A3EE-AF7E41C243D9}" presName="sibTrans" presStyleCnt="0"/>
      <dgm:spPr/>
    </dgm:pt>
    <dgm:pt modelId="{019590C8-279F-490F-9C85-8D0A24BE861F}" type="pres">
      <dgm:prSet presAssocID="{17AD2C51-62EC-4ADB-BC98-34D64C4465E5}" presName="compNode" presStyleCnt="0"/>
      <dgm:spPr/>
    </dgm:pt>
    <dgm:pt modelId="{73FDBDFC-0590-436B-A3DA-C7E175CC035A}" type="pres">
      <dgm:prSet presAssocID="{17AD2C51-62EC-4ADB-BC98-34D64C4465E5}" presName="bgRect" presStyleLbl="bgShp" presStyleIdx="2" presStyleCnt="3"/>
      <dgm:spPr/>
    </dgm:pt>
    <dgm:pt modelId="{FC3F3492-E48E-408A-8093-FB55B755CCA6}" type="pres">
      <dgm:prSet presAssocID="{17AD2C51-62EC-4ADB-BC98-34D64C4465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živatel"/>
        </a:ext>
      </dgm:extLst>
    </dgm:pt>
    <dgm:pt modelId="{54878C2D-1789-4155-BD2B-A48A65DAD7BE}" type="pres">
      <dgm:prSet presAssocID="{17AD2C51-62EC-4ADB-BC98-34D64C4465E5}" presName="spaceRect" presStyleCnt="0"/>
      <dgm:spPr/>
    </dgm:pt>
    <dgm:pt modelId="{BD5493AA-4FB6-4818-9662-74D4AC27369B}" type="pres">
      <dgm:prSet presAssocID="{17AD2C51-62EC-4ADB-BC98-34D64C4465E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F6AED29-E474-4EE3-9EB5-38D7579313A9}" srcId="{FD51812C-A817-48AF-9651-8CC3F7A6C55F}" destId="{17AD2C51-62EC-4ADB-BC98-34D64C4465E5}" srcOrd="2" destOrd="0" parTransId="{A64FAA24-2087-46B9-B9BF-23E5941EEDB1}" sibTransId="{6DA465DF-AED3-46B4-A665-038723BEB33F}"/>
    <dgm:cxn modelId="{3CA2D93E-90F9-467C-A023-2E2FE7D0BC8E}" srcId="{FD51812C-A817-48AF-9651-8CC3F7A6C55F}" destId="{17EAA429-6606-4809-8B25-491C5542FCE9}" srcOrd="0" destOrd="0" parTransId="{59A54E38-80AC-439D-9471-63A35D728A2A}" sibTransId="{480702D9-C98E-4A11-AABE-8A7539771A51}"/>
    <dgm:cxn modelId="{40114B68-82F8-4CFB-A4E8-9794CE3A8A8F}" type="presOf" srcId="{17EAA429-6606-4809-8B25-491C5542FCE9}" destId="{EE30AEFE-0F2C-4BD8-BA54-7F560AF9D4F2}" srcOrd="0" destOrd="0" presId="urn:microsoft.com/office/officeart/2018/2/layout/IconVerticalSolidList"/>
    <dgm:cxn modelId="{6659CB7C-CEFD-4FDC-9D75-EC79AB955992}" type="presOf" srcId="{17AD2C51-62EC-4ADB-BC98-34D64C4465E5}" destId="{BD5493AA-4FB6-4818-9662-74D4AC27369B}" srcOrd="0" destOrd="0" presId="urn:microsoft.com/office/officeart/2018/2/layout/IconVerticalSolidList"/>
    <dgm:cxn modelId="{9DEB467E-E14E-4A53-850F-0CB442BDB4C9}" type="presOf" srcId="{FD51812C-A817-48AF-9651-8CC3F7A6C55F}" destId="{D4E3F8F4-B58D-4674-8B5B-0DAD963B8B73}" srcOrd="0" destOrd="0" presId="urn:microsoft.com/office/officeart/2018/2/layout/IconVerticalSolidList"/>
    <dgm:cxn modelId="{5C9C1FCB-D3D3-4CBD-A9F4-3F116E1ED31F}" type="presOf" srcId="{F2101B61-EB72-4260-92C9-654AF07CB038}" destId="{56514A83-7323-432A-A109-BCF83C4450F5}" srcOrd="0" destOrd="0" presId="urn:microsoft.com/office/officeart/2018/2/layout/IconVerticalSolidList"/>
    <dgm:cxn modelId="{D2B093F3-37B1-4371-AE10-4B702F955886}" srcId="{FD51812C-A817-48AF-9651-8CC3F7A6C55F}" destId="{F2101B61-EB72-4260-92C9-654AF07CB038}" srcOrd="1" destOrd="0" parTransId="{6DD1E1F3-A189-4BDD-A682-FC52323F98E4}" sibTransId="{7A4DEFD6-FF83-4676-A3EE-AF7E41C243D9}"/>
    <dgm:cxn modelId="{CE0D1857-F4B1-4938-8088-B3DBBE22B6A1}" type="presParOf" srcId="{D4E3F8F4-B58D-4674-8B5B-0DAD963B8B73}" destId="{70B68F63-AB3E-40A9-8F0D-362B2583BDE8}" srcOrd="0" destOrd="0" presId="urn:microsoft.com/office/officeart/2018/2/layout/IconVerticalSolidList"/>
    <dgm:cxn modelId="{A2772A29-5F8F-4E68-83C6-30B4CAC4CBC0}" type="presParOf" srcId="{70B68F63-AB3E-40A9-8F0D-362B2583BDE8}" destId="{1423B211-1386-4F87-A77A-B76D36257991}" srcOrd="0" destOrd="0" presId="urn:microsoft.com/office/officeart/2018/2/layout/IconVerticalSolidList"/>
    <dgm:cxn modelId="{21F94D4D-CE48-4A1F-B978-84C4C3625768}" type="presParOf" srcId="{70B68F63-AB3E-40A9-8F0D-362B2583BDE8}" destId="{CE617BE0-A690-4319-AD10-89B10D7A2F2D}" srcOrd="1" destOrd="0" presId="urn:microsoft.com/office/officeart/2018/2/layout/IconVerticalSolidList"/>
    <dgm:cxn modelId="{782E19A3-F773-403E-9828-C0946D82F72C}" type="presParOf" srcId="{70B68F63-AB3E-40A9-8F0D-362B2583BDE8}" destId="{AA9EBA0C-3BE5-42A0-B93A-A83F74B5D423}" srcOrd="2" destOrd="0" presId="urn:microsoft.com/office/officeart/2018/2/layout/IconVerticalSolidList"/>
    <dgm:cxn modelId="{7ED787A8-8C13-47C1-92F4-B756D7A441A7}" type="presParOf" srcId="{70B68F63-AB3E-40A9-8F0D-362B2583BDE8}" destId="{EE30AEFE-0F2C-4BD8-BA54-7F560AF9D4F2}" srcOrd="3" destOrd="0" presId="urn:microsoft.com/office/officeart/2018/2/layout/IconVerticalSolidList"/>
    <dgm:cxn modelId="{498E9F2F-A5A6-4F99-B72E-AFDFD14B0948}" type="presParOf" srcId="{D4E3F8F4-B58D-4674-8B5B-0DAD963B8B73}" destId="{3B779514-20EC-4271-B3E3-06F775A968D1}" srcOrd="1" destOrd="0" presId="urn:microsoft.com/office/officeart/2018/2/layout/IconVerticalSolidList"/>
    <dgm:cxn modelId="{8024117D-6C9A-47F5-83AF-32B06EDFF549}" type="presParOf" srcId="{D4E3F8F4-B58D-4674-8B5B-0DAD963B8B73}" destId="{A8F6BD2F-7A46-4947-87F8-9124734E4E96}" srcOrd="2" destOrd="0" presId="urn:microsoft.com/office/officeart/2018/2/layout/IconVerticalSolidList"/>
    <dgm:cxn modelId="{B281DCE9-9285-4326-8DC0-B8E8B6698BB7}" type="presParOf" srcId="{A8F6BD2F-7A46-4947-87F8-9124734E4E96}" destId="{7DC49A06-2670-42C4-8455-B4B7C6FAADC3}" srcOrd="0" destOrd="0" presId="urn:microsoft.com/office/officeart/2018/2/layout/IconVerticalSolidList"/>
    <dgm:cxn modelId="{9DE22045-ECC3-4EAE-B529-FF226F43BC4E}" type="presParOf" srcId="{A8F6BD2F-7A46-4947-87F8-9124734E4E96}" destId="{7CECFBC1-C149-4BCE-8EF1-C9ED53B9CCA6}" srcOrd="1" destOrd="0" presId="urn:microsoft.com/office/officeart/2018/2/layout/IconVerticalSolidList"/>
    <dgm:cxn modelId="{B7D415D2-6C16-4AA3-999E-C58AC1051D98}" type="presParOf" srcId="{A8F6BD2F-7A46-4947-87F8-9124734E4E96}" destId="{CA59105C-383F-43FC-8FB2-21778775B9EB}" srcOrd="2" destOrd="0" presId="urn:microsoft.com/office/officeart/2018/2/layout/IconVerticalSolidList"/>
    <dgm:cxn modelId="{E6A4F5C3-7413-4BD9-AAFE-2A383EF5DBAA}" type="presParOf" srcId="{A8F6BD2F-7A46-4947-87F8-9124734E4E96}" destId="{56514A83-7323-432A-A109-BCF83C4450F5}" srcOrd="3" destOrd="0" presId="urn:microsoft.com/office/officeart/2018/2/layout/IconVerticalSolidList"/>
    <dgm:cxn modelId="{FAE9B4BE-866E-4FAB-9088-0DBED93978D9}" type="presParOf" srcId="{D4E3F8F4-B58D-4674-8B5B-0DAD963B8B73}" destId="{F82A4529-FD62-4D50-AAB1-986AEA964D11}" srcOrd="3" destOrd="0" presId="urn:microsoft.com/office/officeart/2018/2/layout/IconVerticalSolidList"/>
    <dgm:cxn modelId="{B7AABE44-E1FD-449E-99D4-D4CA23741CAD}" type="presParOf" srcId="{D4E3F8F4-B58D-4674-8B5B-0DAD963B8B73}" destId="{019590C8-279F-490F-9C85-8D0A24BE861F}" srcOrd="4" destOrd="0" presId="urn:microsoft.com/office/officeart/2018/2/layout/IconVerticalSolidList"/>
    <dgm:cxn modelId="{22F50732-77A3-44EE-B0D4-7452FFB7545E}" type="presParOf" srcId="{019590C8-279F-490F-9C85-8D0A24BE861F}" destId="{73FDBDFC-0590-436B-A3DA-C7E175CC035A}" srcOrd="0" destOrd="0" presId="urn:microsoft.com/office/officeart/2018/2/layout/IconVerticalSolidList"/>
    <dgm:cxn modelId="{51A1D7C4-B441-4DA7-AEF4-851EFA64F2DB}" type="presParOf" srcId="{019590C8-279F-490F-9C85-8D0A24BE861F}" destId="{FC3F3492-E48E-408A-8093-FB55B755CCA6}" srcOrd="1" destOrd="0" presId="urn:microsoft.com/office/officeart/2018/2/layout/IconVerticalSolidList"/>
    <dgm:cxn modelId="{E9A8F90E-599D-45EE-9329-0A235F840C51}" type="presParOf" srcId="{019590C8-279F-490F-9C85-8D0A24BE861F}" destId="{54878C2D-1789-4155-BD2B-A48A65DAD7BE}" srcOrd="2" destOrd="0" presId="urn:microsoft.com/office/officeart/2018/2/layout/IconVerticalSolidList"/>
    <dgm:cxn modelId="{01B59C51-B710-4B7B-B345-4E012E4CDB8E}" type="presParOf" srcId="{019590C8-279F-490F-9C85-8D0A24BE861F}" destId="{BD5493AA-4FB6-4818-9662-74D4AC2736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23B211-1386-4F87-A77A-B76D36257991}">
      <dsp:nvSpPr>
        <dsp:cNvPr id="0" name=""/>
        <dsp:cNvSpPr/>
      </dsp:nvSpPr>
      <dsp:spPr>
        <a:xfrm>
          <a:off x="0" y="553"/>
          <a:ext cx="8704791" cy="12959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17BE0-A690-4319-AD10-89B10D7A2F2D}">
      <dsp:nvSpPr>
        <dsp:cNvPr id="0" name=""/>
        <dsp:cNvSpPr/>
      </dsp:nvSpPr>
      <dsp:spPr>
        <a:xfrm>
          <a:off x="392037" y="292151"/>
          <a:ext cx="712794" cy="7127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0AEFE-0F2C-4BD8-BA54-7F560AF9D4F2}">
      <dsp:nvSpPr>
        <dsp:cNvPr id="0" name=""/>
        <dsp:cNvSpPr/>
      </dsp:nvSpPr>
      <dsp:spPr>
        <a:xfrm>
          <a:off x="1496868" y="553"/>
          <a:ext cx="7207922" cy="1295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59" tIns="137159" rIns="137159" bIns="13715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This project is about creating a desktop application </a:t>
          </a:r>
          <a:r>
            <a:rPr lang="cs-CZ" sz="2300" kern="1200" dirty="0"/>
            <a:t>in </a:t>
          </a:r>
          <a:r>
            <a:rPr lang="cs-CZ" sz="2300" kern="1200" dirty="0" err="1"/>
            <a:t>java</a:t>
          </a:r>
          <a:r>
            <a:rPr lang="cs-CZ" sz="2300" kern="1200" dirty="0"/>
            <a:t> </a:t>
          </a:r>
          <a:r>
            <a:rPr lang="en-US" sz="2300" kern="1200" dirty="0"/>
            <a:t>that would be connected to our </a:t>
          </a:r>
          <a:r>
            <a:rPr lang="en-US" sz="2300" kern="1200" dirty="0" err="1"/>
            <a:t>PostgresSQL</a:t>
          </a:r>
          <a:r>
            <a:rPr lang="en-US" sz="2300" kern="1200" dirty="0"/>
            <a:t> database</a:t>
          </a:r>
        </a:p>
      </dsp:txBody>
      <dsp:txXfrm>
        <a:off x="1496868" y="553"/>
        <a:ext cx="7207922" cy="1295990"/>
      </dsp:txXfrm>
    </dsp:sp>
    <dsp:sp modelId="{7DC49A06-2670-42C4-8455-B4B7C6FAADC3}">
      <dsp:nvSpPr>
        <dsp:cNvPr id="0" name=""/>
        <dsp:cNvSpPr/>
      </dsp:nvSpPr>
      <dsp:spPr>
        <a:xfrm>
          <a:off x="0" y="1620541"/>
          <a:ext cx="8704791" cy="12959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CFBC1-C149-4BCE-8EF1-C9ED53B9CCA6}">
      <dsp:nvSpPr>
        <dsp:cNvPr id="0" name=""/>
        <dsp:cNvSpPr/>
      </dsp:nvSpPr>
      <dsp:spPr>
        <a:xfrm>
          <a:off x="392037" y="1912139"/>
          <a:ext cx="712794" cy="7127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14A83-7323-432A-A109-BCF83C4450F5}">
      <dsp:nvSpPr>
        <dsp:cNvPr id="0" name=""/>
        <dsp:cNvSpPr/>
      </dsp:nvSpPr>
      <dsp:spPr>
        <a:xfrm>
          <a:off x="1496868" y="1620541"/>
          <a:ext cx="7207922" cy="1295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59" tIns="137159" rIns="137159" bIns="13715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/>
            <a:t>The application allows basic data operations like select, update, insert, delete</a:t>
          </a:r>
          <a:endParaRPr lang="en-US" sz="2300" kern="1200"/>
        </a:p>
      </dsp:txBody>
      <dsp:txXfrm>
        <a:off x="1496868" y="1620541"/>
        <a:ext cx="7207922" cy="1295990"/>
      </dsp:txXfrm>
    </dsp:sp>
    <dsp:sp modelId="{73FDBDFC-0590-436B-A3DA-C7E175CC035A}">
      <dsp:nvSpPr>
        <dsp:cNvPr id="0" name=""/>
        <dsp:cNvSpPr/>
      </dsp:nvSpPr>
      <dsp:spPr>
        <a:xfrm>
          <a:off x="0" y="3240529"/>
          <a:ext cx="8704791" cy="12959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F3492-E48E-408A-8093-FB55B755CCA6}">
      <dsp:nvSpPr>
        <dsp:cNvPr id="0" name=""/>
        <dsp:cNvSpPr/>
      </dsp:nvSpPr>
      <dsp:spPr>
        <a:xfrm>
          <a:off x="392037" y="3532127"/>
          <a:ext cx="712794" cy="7127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493AA-4FB6-4818-9662-74D4AC27369B}">
      <dsp:nvSpPr>
        <dsp:cNvPr id="0" name=""/>
        <dsp:cNvSpPr/>
      </dsp:nvSpPr>
      <dsp:spPr>
        <a:xfrm>
          <a:off x="1496868" y="3240529"/>
          <a:ext cx="7207922" cy="1295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59" tIns="137159" rIns="137159" bIns="137159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/>
            <a:t>The project also deals with user authentication</a:t>
          </a:r>
          <a:endParaRPr lang="en-US" sz="2300" kern="1200"/>
        </a:p>
      </dsp:txBody>
      <dsp:txXfrm>
        <a:off x="1496868" y="3240529"/>
        <a:ext cx="7207922" cy="1295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8FE25-2F1C-4536-874C-058E4DDC5D13}" type="datetimeFigureOut">
              <a:rPr lang="cs-CZ" smtClean="0"/>
              <a:t>02.01.2023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723AC-3EC0-4621-81C4-0AE60D9BD7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881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23AC-3EC0-4621-81C4-0AE60D9BD7AA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7726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23AC-3EC0-4621-81C4-0AE60D9BD7AA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013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723AC-3EC0-4621-81C4-0AE60D9BD7AA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988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916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213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71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230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8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64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55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02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924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32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6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50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8233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298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926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77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773167-044D-95FA-F814-2140AE3A6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2297" y="1460592"/>
            <a:ext cx="7403344" cy="1084556"/>
          </a:xfrm>
        </p:spPr>
        <p:txBody>
          <a:bodyPr>
            <a:normAutofit/>
          </a:bodyPr>
          <a:lstStyle/>
          <a:p>
            <a:pPr algn="ctr"/>
            <a:r>
              <a:rPr lang="cs-CZ" sz="6000" dirty="0" err="1">
                <a:solidFill>
                  <a:schemeClr val="tx1"/>
                </a:solidFill>
              </a:rPr>
              <a:t>Cinema</a:t>
            </a:r>
            <a:r>
              <a:rPr lang="cs-CZ" sz="6000" dirty="0">
                <a:solidFill>
                  <a:schemeClr val="tx1"/>
                </a:solidFill>
              </a:rPr>
              <a:t> </a:t>
            </a:r>
            <a:r>
              <a:rPr lang="cs-CZ" sz="6000" dirty="0" err="1">
                <a:solidFill>
                  <a:schemeClr val="tx1"/>
                </a:solidFill>
              </a:rPr>
              <a:t>Village</a:t>
            </a:r>
            <a:endParaRPr lang="cs-CZ" sz="6000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CED1E2C-04AE-2940-0A7F-0364FA902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730" y="3579541"/>
            <a:ext cx="7323148" cy="2821344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cs-CZ" sz="4100" dirty="0">
                <a:solidFill>
                  <a:schemeClr val="tx1">
                    <a:alpha val="80000"/>
                  </a:schemeClr>
                </a:solidFill>
              </a:rPr>
              <a:t>Brno university </a:t>
            </a:r>
            <a:r>
              <a:rPr lang="cs-CZ" sz="4100" dirty="0" err="1">
                <a:solidFill>
                  <a:schemeClr val="tx1">
                    <a:alpha val="80000"/>
                  </a:schemeClr>
                </a:solidFill>
              </a:rPr>
              <a:t>of</a:t>
            </a:r>
            <a:r>
              <a:rPr lang="cs-CZ" sz="4100" dirty="0">
                <a:solidFill>
                  <a:schemeClr val="tx1">
                    <a:alpha val="80000"/>
                  </a:schemeClr>
                </a:solidFill>
              </a:rPr>
              <a:t> technology </a:t>
            </a:r>
          </a:p>
          <a:p>
            <a:pPr marL="0" indent="0" algn="l">
              <a:buNone/>
            </a:pPr>
            <a:endParaRPr lang="cs-CZ" sz="29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2100" b="1" dirty="0">
                <a:solidFill>
                  <a:schemeClr val="tx1">
                    <a:alpha val="80000"/>
                  </a:schemeClr>
                </a:solidFill>
              </a:rPr>
              <a:t>Auto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r</a:t>
            </a:r>
            <a:r>
              <a:rPr lang="en-US" sz="2100" b="1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					</a:t>
            </a:r>
            <a:r>
              <a:rPr lang="en-US" sz="2100" dirty="0">
                <a:solidFill>
                  <a:schemeClr val="tx1">
                    <a:alpha val="80000"/>
                  </a:schemeClr>
                </a:solidFill>
              </a:rPr>
              <a:t>Daniel Prachař</a:t>
            </a:r>
            <a:endParaRPr lang="cs-CZ" sz="21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 algn="l">
              <a:buNone/>
            </a:pP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Subject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: 				</a:t>
            </a:r>
            <a:r>
              <a:rPr lang="cs-CZ" sz="2100" dirty="0" err="1">
                <a:solidFill>
                  <a:schemeClr val="tx1">
                    <a:alpha val="80000"/>
                  </a:schemeClr>
                </a:solidFill>
              </a:rPr>
              <a:t>Security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dirty="0" err="1">
                <a:solidFill>
                  <a:schemeClr val="tx1">
                    <a:alpha val="80000"/>
                  </a:schemeClr>
                </a:solidFill>
              </a:rPr>
              <a:t>of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 database </a:t>
            </a:r>
            <a:r>
              <a:rPr lang="cs-CZ" sz="2100" dirty="0" err="1">
                <a:solidFill>
                  <a:schemeClr val="tx1">
                    <a:alpha val="80000"/>
                  </a:schemeClr>
                </a:solidFill>
              </a:rPr>
              <a:t>systems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marL="0" indent="0" algn="l">
              <a:buNone/>
            </a:pP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Field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:					</a:t>
            </a: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I</a:t>
            </a:r>
            <a:r>
              <a:rPr lang="cs-CZ" sz="2100" dirty="0" err="1">
                <a:solidFill>
                  <a:schemeClr val="tx1">
                    <a:alpha val="80000"/>
                  </a:schemeClr>
                </a:solidFill>
              </a:rPr>
              <a:t>nformation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dirty="0" err="1">
                <a:solidFill>
                  <a:schemeClr val="tx1">
                    <a:alpha val="80000"/>
                  </a:schemeClr>
                </a:solidFill>
              </a:rPr>
              <a:t>security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	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		</a:t>
            </a:r>
          </a:p>
          <a:p>
            <a:pPr marL="0" indent="0" algn="l">
              <a:buNone/>
            </a:pP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Year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of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studies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:	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		2</a:t>
            </a:r>
          </a:p>
          <a:p>
            <a:pPr marL="0" indent="0" algn="l">
              <a:buNone/>
            </a:pP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Date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of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cs-CZ" sz="2100" b="1" dirty="0" err="1">
                <a:solidFill>
                  <a:schemeClr val="tx1">
                    <a:alpha val="80000"/>
                  </a:schemeClr>
                </a:solidFill>
              </a:rPr>
              <a:t>creation</a:t>
            </a:r>
            <a:r>
              <a:rPr lang="cs-CZ" sz="2100" b="1" dirty="0">
                <a:solidFill>
                  <a:schemeClr val="tx1">
                    <a:alpha val="80000"/>
                  </a:schemeClr>
                </a:solidFill>
              </a:rPr>
              <a:t>:		</a:t>
            </a:r>
            <a:r>
              <a:rPr lang="cs-CZ" sz="2100" dirty="0">
                <a:solidFill>
                  <a:schemeClr val="tx1">
                    <a:alpha val="80000"/>
                  </a:schemeClr>
                </a:solidFill>
              </a:rPr>
              <a:t>29. 12. 2022</a:t>
            </a:r>
          </a:p>
          <a:p>
            <a:endParaRPr lang="cs-CZ" dirty="0"/>
          </a:p>
        </p:txBody>
      </p:sp>
      <p:pic>
        <p:nvPicPr>
          <p:cNvPr id="4" name="Obrázek 3" descr="Obsah obrázku text, klipart&#10;&#10;Popis byl vytvořen automaticky">
            <a:extLst>
              <a:ext uri="{FF2B5EF4-FFF2-40B4-BE49-F238E27FC236}">
                <a16:creationId xmlns:a16="http://schemas.microsoft.com/office/drawing/2014/main" id="{D8D948C0-6B28-410F-99BC-37B78D3F4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302" y="5938595"/>
            <a:ext cx="17430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51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7B3666-B172-BA65-7C69-3B3BF53C6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27572" y="373599"/>
            <a:ext cx="9678988" cy="11430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4000" dirty="0"/>
              <a:t>Basic </a:t>
            </a:r>
            <a:r>
              <a:rPr lang="cs-CZ" sz="4000" dirty="0" err="1"/>
              <a:t>points</a:t>
            </a:r>
            <a:endParaRPr lang="en-US" sz="40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ECEDEC-62FB-94DD-FCC3-3DEF88C1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031" y="1825290"/>
            <a:ext cx="8798808" cy="37515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 		</a:t>
            </a:r>
            <a:r>
              <a:rPr lang="cs-CZ" sz="2800" dirty="0" err="1">
                <a:solidFill>
                  <a:schemeClr val="tx1">
                    <a:alpha val="80000"/>
                  </a:schemeClr>
                </a:solidFill>
              </a:rPr>
              <a:t>Introduction</a:t>
            </a: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			</a:t>
            </a:r>
            <a:r>
              <a:rPr lang="cs-CZ" sz="2800" dirty="0" err="1">
                <a:solidFill>
                  <a:schemeClr val="tx1">
                    <a:alpha val="80000"/>
                  </a:schemeClr>
                </a:solidFill>
              </a:rPr>
              <a:t>Schema</a:t>
            </a: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and </a:t>
            </a:r>
            <a:r>
              <a:rPr lang="cs-CZ" sz="2800" dirty="0" err="1">
                <a:solidFill>
                  <a:schemeClr val="tx1">
                    <a:alpha val="80000"/>
                  </a:schemeClr>
                </a:solidFill>
              </a:rPr>
              <a:t>diagrams</a:t>
            </a:r>
            <a:endParaRPr lang="cs-CZ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			Project </a:t>
            </a:r>
            <a:r>
              <a:rPr lang="cs-CZ" sz="2800" dirty="0" err="1">
                <a:solidFill>
                  <a:schemeClr val="tx1">
                    <a:alpha val="80000"/>
                  </a:schemeClr>
                </a:solidFill>
              </a:rPr>
              <a:t>changes</a:t>
            </a:r>
            <a:endParaRPr lang="cs-CZ" sz="28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			Project DEMO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cs-CZ" sz="2800" dirty="0">
                <a:solidFill>
                  <a:schemeClr val="tx1">
                    <a:alpha val="80000"/>
                  </a:schemeClr>
                </a:solidFill>
              </a:rPr>
              <a:t>          </a:t>
            </a:r>
            <a:r>
              <a:rPr lang="cs-CZ" sz="2800" dirty="0" err="1">
                <a:solidFill>
                  <a:schemeClr val="tx1">
                    <a:alpha val="80000"/>
                  </a:schemeClr>
                </a:solidFill>
              </a:rPr>
              <a:t>Conclusion</a:t>
            </a:r>
            <a:endParaRPr lang="cs-CZ" sz="28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cs-CZ" sz="21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1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38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CA7462-F781-ACD9-1BFD-F9BDB55B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56" y="819151"/>
            <a:ext cx="8596668" cy="857249"/>
          </a:xfrm>
        </p:spPr>
        <p:txBody>
          <a:bodyPr/>
          <a:lstStyle/>
          <a:p>
            <a:r>
              <a:rPr lang="cs-CZ" dirty="0" err="1"/>
              <a:t>Introductrion</a:t>
            </a:r>
            <a:r>
              <a:rPr lang="cs-CZ" dirty="0"/>
              <a:t> </a:t>
            </a:r>
          </a:p>
        </p:txBody>
      </p:sp>
      <p:graphicFrame>
        <p:nvGraphicFramePr>
          <p:cNvPr id="6" name="Zástupný obsah 2">
            <a:extLst>
              <a:ext uri="{FF2B5EF4-FFF2-40B4-BE49-F238E27FC236}">
                <a16:creationId xmlns:a16="http://schemas.microsoft.com/office/drawing/2014/main" id="{6A64CEE9-9E49-5E77-A8FF-F185B7AB2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525785"/>
              </p:ext>
            </p:extLst>
          </p:nvPr>
        </p:nvGraphicFramePr>
        <p:xfrm>
          <a:off x="567147" y="1676400"/>
          <a:ext cx="8704791" cy="4537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6756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BFEC18-EE61-F356-06C0-77EA5FF27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72" y="152400"/>
            <a:ext cx="8288247" cy="876300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Schema</a:t>
            </a:r>
            <a:r>
              <a:rPr lang="cs-CZ" dirty="0"/>
              <a:t> and </a:t>
            </a:r>
            <a:r>
              <a:rPr lang="cs-CZ" dirty="0" err="1"/>
              <a:t>diagrams</a:t>
            </a:r>
            <a:r>
              <a:rPr lang="cs-CZ" dirty="0"/>
              <a:t> – Use case diagram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E8AAE644-3EA5-3881-6920-21FC7D7D3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376" y="1028700"/>
            <a:ext cx="5039831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79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87FEA1-21E4-9D87-F04C-45BA01D6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83" y="257670"/>
            <a:ext cx="9032488" cy="1116609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Schema</a:t>
            </a:r>
            <a:r>
              <a:rPr lang="cs-CZ" dirty="0"/>
              <a:t> and </a:t>
            </a:r>
            <a:r>
              <a:rPr lang="cs-CZ" dirty="0" err="1"/>
              <a:t>diagrams</a:t>
            </a:r>
            <a:r>
              <a:rPr lang="cs-CZ" dirty="0"/>
              <a:t> – </a:t>
            </a: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context</a:t>
            </a:r>
            <a:r>
              <a:rPr lang="cs-CZ" dirty="0"/>
              <a:t> diagram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4FA90265-9E3A-0ED1-973C-CF7D7A8FD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33" y="1058887"/>
            <a:ext cx="5196544" cy="489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5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6122A0-7FDD-0C49-237F-40B1685BE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8517"/>
            <a:ext cx="8596668" cy="1320800"/>
          </a:xfrm>
        </p:spPr>
        <p:txBody>
          <a:bodyPr>
            <a:normAutofit/>
          </a:bodyPr>
          <a:lstStyle/>
          <a:p>
            <a:r>
              <a:rPr lang="cs-CZ" sz="2800" dirty="0" err="1"/>
              <a:t>Schema</a:t>
            </a:r>
            <a:r>
              <a:rPr lang="cs-CZ" sz="2800" dirty="0"/>
              <a:t> and </a:t>
            </a:r>
            <a:r>
              <a:rPr lang="cs-CZ" sz="2800" dirty="0" err="1"/>
              <a:t>diagrams</a:t>
            </a:r>
            <a:r>
              <a:rPr lang="cs-CZ" sz="2800" dirty="0"/>
              <a:t> – ERD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6BC02E2F-EBE4-5BFE-51FB-57363ADC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9" y="1003610"/>
            <a:ext cx="9060852" cy="498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5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415C5A-8292-769D-D324-723D22AC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cs-CZ" dirty="0"/>
              <a:t>Project </a:t>
            </a:r>
            <a:r>
              <a:rPr lang="cs-CZ" dirty="0" err="1"/>
              <a:t>changes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61332F-75DE-B521-2C8D-F9C1A0975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en-US" dirty="0"/>
              <a:t>I changed the structure of the database,</a:t>
            </a:r>
            <a:r>
              <a:rPr lang="cs-CZ" dirty="0"/>
              <a:t> I</a:t>
            </a:r>
            <a:r>
              <a:rPr lang="en-US" dirty="0"/>
              <a:t> removed some tables</a:t>
            </a:r>
            <a:endParaRPr lang="cs-CZ" dirty="0"/>
          </a:p>
          <a:p>
            <a:r>
              <a:rPr lang="cs-CZ" dirty="0"/>
              <a:t>I </a:t>
            </a:r>
            <a:r>
              <a:rPr lang="cs-CZ" dirty="0" err="1"/>
              <a:t>fixed</a:t>
            </a:r>
            <a:r>
              <a:rPr lang="cs-CZ" dirty="0"/>
              <a:t> </a:t>
            </a:r>
            <a:r>
              <a:rPr lang="cs-CZ" dirty="0" err="1"/>
              <a:t>cascading</a:t>
            </a:r>
            <a:r>
              <a:rPr lang="cs-CZ" dirty="0"/>
              <a:t> and </a:t>
            </a:r>
            <a:r>
              <a:rPr lang="cs-CZ" dirty="0" err="1"/>
              <a:t>foreign</a:t>
            </a:r>
            <a:r>
              <a:rPr lang="cs-CZ" dirty="0"/>
              <a:t> </a:t>
            </a:r>
            <a:r>
              <a:rPr lang="cs-CZ" dirty="0" err="1"/>
              <a:t>keys</a:t>
            </a:r>
            <a:endParaRPr lang="cs-CZ" dirty="0"/>
          </a:p>
          <a:p>
            <a:r>
              <a:rPr lang="en-US" dirty="0"/>
              <a:t>I changed the </a:t>
            </a:r>
            <a:r>
              <a:rPr lang="cs-CZ" dirty="0" err="1"/>
              <a:t>form</a:t>
            </a:r>
            <a:r>
              <a:rPr lang="en-US" dirty="0"/>
              <a:t> of the hashed passwords</a:t>
            </a:r>
            <a:endParaRPr lang="cs-CZ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487D6DB-64D2-FC6B-74A7-4770F4A019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59" r="43631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5270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9E6134-31DD-FD28-4640-1B21FD96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62154"/>
            <a:ext cx="8596668" cy="660400"/>
          </a:xfrm>
        </p:spPr>
        <p:txBody>
          <a:bodyPr/>
          <a:lstStyle/>
          <a:p>
            <a:r>
              <a:rPr lang="cs-CZ" dirty="0"/>
              <a:t>Project DEMO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320DE2-C782-2277-748B-7A44CAD1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2CC3CC2-77C8-35D7-C4A2-A941750DA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94" y="1352514"/>
            <a:ext cx="7344800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6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8C987A-F2FB-CECD-CD1F-8B1B372E0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C5F0F14-4FA7-8110-F93A-FB02A9A34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89" y="349964"/>
            <a:ext cx="7890277" cy="615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85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28EC5B-3243-9CB7-F7AC-E3DB2EDA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327AC6-95B6-DE57-183C-FD2E98EBE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32C3E69-EF16-6DFE-4FC6-DD9D94D6E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579"/>
            <a:ext cx="8223535" cy="647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98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A3CA9E-1959-71B6-E9A2-AA2FC989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332B3C-B393-9D88-547E-2AE89865F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FDF5200-4B79-1FAA-7EB8-2C18A481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86" y="111512"/>
            <a:ext cx="8144318" cy="630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30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0BA9DC-7D5A-AA8D-2759-179E3D8E4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541AA3-0E32-91EE-13F6-DA0CD07E0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DC5BA46-B739-203D-738C-E77068FC2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02" y="228477"/>
            <a:ext cx="8009466" cy="62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21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Nadpis 1">
            <a:extLst>
              <a:ext uri="{FF2B5EF4-FFF2-40B4-BE49-F238E27FC236}">
                <a16:creationId xmlns:a16="http://schemas.microsoft.com/office/drawing/2014/main" id="{1126ED7D-A141-B54A-A9ED-8B09B00C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37" y="2811250"/>
            <a:ext cx="7950819" cy="11069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400" dirty="0"/>
              <a:t>Current </a:t>
            </a:r>
            <a:r>
              <a:rPr lang="cs-CZ" sz="4400" dirty="0" err="1"/>
              <a:t>exhibiton</a:t>
            </a:r>
            <a:r>
              <a:rPr lang="en-US" sz="4400" dirty="0"/>
              <a:t>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885707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761C18-78B5-4AF7-B2D6-0210C1EF0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cs-CZ" dirty="0" err="1"/>
              <a:t>Conclusion</a:t>
            </a: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AD2D5EAD-9211-8C0B-E004-302BDDDED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23" y="4538202"/>
            <a:ext cx="1380541" cy="1335673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2D7991-3C4C-E851-38D5-CB59F9463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5796" y="2160590"/>
            <a:ext cx="6423102" cy="408781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cs-CZ" b="1" dirty="0" err="1"/>
              <a:t>Future</a:t>
            </a:r>
            <a:r>
              <a:rPr lang="cs-CZ" b="1" dirty="0"/>
              <a:t> </a:t>
            </a:r>
            <a:r>
              <a:rPr lang="cs-CZ" b="1" dirty="0" err="1"/>
              <a:t>changes</a:t>
            </a:r>
            <a:r>
              <a:rPr lang="cs-CZ" b="1" dirty="0"/>
              <a:t>:</a:t>
            </a:r>
          </a:p>
          <a:p>
            <a:pPr>
              <a:lnSpc>
                <a:spcPct val="90000"/>
              </a:lnSpc>
            </a:pPr>
            <a:r>
              <a:rPr lang="en-US" dirty="0"/>
              <a:t>I would devote more time to the project and complete other functionalities</a:t>
            </a:r>
            <a:endParaRPr lang="cs-CZ" dirty="0"/>
          </a:p>
          <a:p>
            <a:pPr>
              <a:lnSpc>
                <a:spcPct val="90000"/>
              </a:lnSpc>
            </a:pPr>
            <a:r>
              <a:rPr lang="en-US" dirty="0"/>
              <a:t>I will try to complete a simulation of SQL injections attacks</a:t>
            </a:r>
            <a:endParaRPr lang="cs-CZ" dirty="0"/>
          </a:p>
          <a:p>
            <a:pPr>
              <a:lnSpc>
                <a:spcPct val="90000"/>
              </a:lnSpc>
            </a:pPr>
            <a:r>
              <a:rPr lang="cs-CZ" dirty="0"/>
              <a:t>I </a:t>
            </a:r>
            <a:r>
              <a:rPr lang="cs-CZ" dirty="0" err="1"/>
              <a:t>will</a:t>
            </a:r>
            <a:r>
              <a:rPr lang="cs-CZ" dirty="0"/>
              <a:t> </a:t>
            </a:r>
            <a:r>
              <a:rPr lang="en-US" dirty="0"/>
              <a:t>work on better documentation and readme file</a:t>
            </a:r>
            <a:endParaRPr lang="cs-CZ" dirty="0"/>
          </a:p>
          <a:p>
            <a:pPr>
              <a:lnSpc>
                <a:spcPct val="90000"/>
              </a:lnSpc>
            </a:pPr>
            <a:endParaRPr lang="cs-CZ" sz="1500" b="1" dirty="0"/>
          </a:p>
          <a:p>
            <a:pPr marL="0" indent="0">
              <a:lnSpc>
                <a:spcPct val="90000"/>
              </a:lnSpc>
              <a:buNone/>
            </a:pPr>
            <a:r>
              <a:rPr lang="cs-CZ" b="1" dirty="0" err="1"/>
              <a:t>Problems</a:t>
            </a:r>
            <a:r>
              <a:rPr lang="cs-CZ" b="1" dirty="0"/>
              <a:t>:</a:t>
            </a:r>
          </a:p>
          <a:p>
            <a:pPr>
              <a:lnSpc>
                <a:spcPct val="90000"/>
              </a:lnSpc>
            </a:pPr>
            <a:r>
              <a:rPr lang="en-US" dirty="0"/>
              <a:t>The biggest problem I had was with the login form, when I had badly hashed passwords</a:t>
            </a:r>
            <a:endParaRPr lang="cs-CZ" dirty="0"/>
          </a:p>
          <a:p>
            <a:pPr>
              <a:lnSpc>
                <a:spcPct val="90000"/>
              </a:lnSpc>
            </a:pPr>
            <a:r>
              <a:rPr lang="en-US" dirty="0"/>
              <a:t>Further search for errors in the code, for example: a </a:t>
            </a:r>
            <a:r>
              <a:rPr lang="cs-CZ" dirty="0" err="1"/>
              <a:t>space</a:t>
            </a:r>
            <a:r>
              <a:rPr lang="en-US" dirty="0"/>
              <a:t> in the </a:t>
            </a:r>
            <a:r>
              <a:rPr lang="en-US" dirty="0" err="1"/>
              <a:t>sql</a:t>
            </a:r>
            <a:r>
              <a:rPr lang="en-US" dirty="0"/>
              <a:t> command, a defined button as a label</a:t>
            </a:r>
            <a:endParaRPr lang="cs-CZ" dirty="0"/>
          </a:p>
          <a:p>
            <a:pPr marL="0" indent="0">
              <a:lnSpc>
                <a:spcPct val="90000"/>
              </a:lnSpc>
              <a:buNone/>
            </a:pPr>
            <a:endParaRPr lang="cs-CZ" sz="1500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F2078CE-9EB2-FE93-0FE4-15B30AA94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319798"/>
            <a:ext cx="2206432" cy="148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689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6FD385-13BC-674C-7F56-64BCFF898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222" y="2768600"/>
            <a:ext cx="8596668" cy="1320800"/>
          </a:xfrm>
        </p:spPr>
        <p:txBody>
          <a:bodyPr/>
          <a:lstStyle/>
          <a:p>
            <a:r>
              <a:rPr lang="en-US" b="1" dirty="0"/>
              <a:t>Thank you for your attention</a:t>
            </a:r>
            <a:br>
              <a:rPr lang="cs-CZ" b="1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2388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zeta">
  <a:themeElements>
    <a:clrScheme name="Modrá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Fazeta</Template>
  <TotalTime>131</TotalTime>
  <Words>266</Words>
  <Application>Microsoft Office PowerPoint</Application>
  <PresentationFormat>Širokoúhlá obrazovka</PresentationFormat>
  <Paragraphs>40</Paragraphs>
  <Slides>15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Fazeta</vt:lpstr>
      <vt:lpstr>Cinema Village</vt:lpstr>
      <vt:lpstr>Basic points</vt:lpstr>
      <vt:lpstr>Introductrion </vt:lpstr>
      <vt:lpstr>Schema and diagrams – Use case diagram</vt:lpstr>
      <vt:lpstr>Schema and diagrams – System context diagram</vt:lpstr>
      <vt:lpstr>Schema and diagrams – ERD</vt:lpstr>
      <vt:lpstr>Project changes</vt:lpstr>
      <vt:lpstr>Project DEMO</vt:lpstr>
      <vt:lpstr>Prezentace aplikace PowerPoint</vt:lpstr>
      <vt:lpstr>Prezentace aplikace PowerPoint</vt:lpstr>
      <vt:lpstr>Prezentace aplikace PowerPoint</vt:lpstr>
      <vt:lpstr>Prezentace aplikace PowerPoint</vt:lpstr>
      <vt:lpstr>Current exhibiton of the project</vt:lpstr>
      <vt:lpstr>Conclusion</vt:lpstr>
      <vt:lpstr>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Generování prvočísel</dc:title>
  <dc:creator>Prachař Daniel (240969)</dc:creator>
  <cp:lastModifiedBy>Prachař Daniel (240969)</cp:lastModifiedBy>
  <cp:revision>25</cp:revision>
  <dcterms:created xsi:type="dcterms:W3CDTF">2022-11-15T20:33:48Z</dcterms:created>
  <dcterms:modified xsi:type="dcterms:W3CDTF">2023-01-02T23:33:08Z</dcterms:modified>
</cp:coreProperties>
</file>